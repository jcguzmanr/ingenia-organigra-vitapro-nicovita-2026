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Google Sans"/>
      <p:regular r:id="rId16"/>
      <p:bold r:id="rId17"/>
      <p:italic r:id="rId18"/>
      <p:boldItalic r:id="rId19"/>
    </p:embeddedFon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oogleSans-bold.fntdata"/><Relationship Id="rId16" Type="http://schemas.openxmlformats.org/officeDocument/2006/relationships/font" Target="fonts/Google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boldItalic.fntdata"/><Relationship Id="rId6" Type="http://schemas.openxmlformats.org/officeDocument/2006/relationships/slide" Target="slides/slide1.xml"/><Relationship Id="rId18" Type="http://schemas.openxmlformats.org/officeDocument/2006/relationships/font" Target="fonts/Google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d8c9705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d8c9705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6d8c9705e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6d8c9705e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6d8c9705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6d8c9705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d8c9705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d8c9705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6d8c9705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6d8c9705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6d8c9705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6d8c9705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6d8c9705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6d8c9705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6d8c9705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6d8c9705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6d8c9705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6d8c9705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6d8c970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6d8c970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33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jp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Relationship Id="rId7" Type="http://schemas.openxmlformats.org/officeDocument/2006/relationships/image" Target="../media/image21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.png"/><Relationship Id="rId13" Type="http://schemas.openxmlformats.org/officeDocument/2006/relationships/image" Target="../media/image17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15" Type="http://schemas.openxmlformats.org/officeDocument/2006/relationships/image" Target="../media/image26.png"/><Relationship Id="rId1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2F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ngenia-latam_Logo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619800" y="117775"/>
            <a:ext cx="206825" cy="2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1034100" y="2325750"/>
            <a:ext cx="7075800" cy="49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highlight>
                  <a:schemeClr val="dk1"/>
                </a:highlight>
                <a:latin typeface="Google Sans"/>
                <a:ea typeface="Google Sans"/>
                <a:cs typeface="Google Sans"/>
                <a:sym typeface="Google Sans"/>
              </a:rPr>
              <a:t>Copiar plantilla para aplicar contenido</a:t>
            </a:r>
            <a:endParaRPr sz="3000">
              <a:solidFill>
                <a:schemeClr val="lt1"/>
              </a:solidFill>
              <a:highlight>
                <a:schemeClr val="dk1"/>
              </a:highlight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454425" y="4835700"/>
            <a:ext cx="45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2026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32075" y="4835700"/>
            <a:ext cx="10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ingenia latam ©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Ingenia-latam_Logo_IG-FB_ProfilePic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2425" y="3563350"/>
            <a:ext cx="2659975" cy="13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650" y="3356800"/>
            <a:ext cx="1889900" cy="4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04800"/>
            <a:ext cx="3670467" cy="297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0926" y="4896002"/>
            <a:ext cx="1940850" cy="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0" y="1547800"/>
            <a:ext cx="5376900" cy="14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3193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2" name="Google Shape;72;p15" title="Ingenia-latam_Logo_IG-FB_ProfilePic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450" y="265175"/>
            <a:ext cx="2243300" cy="11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11700" y="4775750"/>
            <a:ext cx="182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DOCUMENTO CONFIDENCIAL l 2026 </a:t>
            </a:r>
            <a:endParaRPr sz="6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063" y="369334"/>
            <a:ext cx="8679875" cy="12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Ingenia-latam_Logo-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619800" y="117775"/>
            <a:ext cx="206825" cy="2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50175" y="793200"/>
            <a:ext cx="152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titular aquí</a:t>
            </a:r>
            <a:endParaRPr b="1" sz="1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076" y="1639845"/>
            <a:ext cx="909348" cy="1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02487" y="1985912"/>
            <a:ext cx="76950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ctrTitle"/>
          </p:nvPr>
        </p:nvSpPr>
        <p:spPr>
          <a:xfrm>
            <a:off x="4774700" y="3086475"/>
            <a:ext cx="3783600" cy="14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50175" y="117775"/>
            <a:ext cx="20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Título aquí</a:t>
            </a:r>
            <a:endParaRPr b="1"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63" y="369334"/>
            <a:ext cx="8679875" cy="12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Ingenia-latam_Logo-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619800" y="117775"/>
            <a:ext cx="206825" cy="2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150175" y="793200"/>
            <a:ext cx="152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titular aquí</a:t>
            </a:r>
            <a:endParaRPr b="1" sz="1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076" y="1639845"/>
            <a:ext cx="909348" cy="1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2487" y="1985912"/>
            <a:ext cx="76950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type="ctrTitle"/>
          </p:nvPr>
        </p:nvSpPr>
        <p:spPr>
          <a:xfrm>
            <a:off x="4774700" y="3086475"/>
            <a:ext cx="3783600" cy="14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8454425" y="4835700"/>
            <a:ext cx="45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2026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32075" y="4835700"/>
            <a:ext cx="10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ingenia latam ©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50175" y="117775"/>
            <a:ext cx="20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Título aquí</a:t>
            </a:r>
            <a:endParaRPr b="1"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0" y="0"/>
            <a:ext cx="2088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63" y="369334"/>
            <a:ext cx="8679875" cy="12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Ingenia-latam_Logo-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619800" y="117775"/>
            <a:ext cx="206825" cy="2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150175" y="793200"/>
            <a:ext cx="152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titular aquí</a:t>
            </a:r>
            <a:endParaRPr b="1" sz="1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076" y="1639845"/>
            <a:ext cx="909348" cy="1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ctrTitle"/>
          </p:nvPr>
        </p:nvSpPr>
        <p:spPr>
          <a:xfrm>
            <a:off x="2680200" y="870350"/>
            <a:ext cx="5939700" cy="76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8454425" y="4835700"/>
            <a:ext cx="45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2026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32075" y="4835700"/>
            <a:ext cx="10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ingenia latam ©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0" name="Google Shape;110;p18" title="Ingenia-latam_Logo-0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9600" y="4188550"/>
            <a:ext cx="394899" cy="39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>
            <p:ph type="ctrTitle"/>
          </p:nvPr>
        </p:nvSpPr>
        <p:spPr>
          <a:xfrm>
            <a:off x="3547825" y="4188600"/>
            <a:ext cx="4514400" cy="3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800800" y="4112700"/>
            <a:ext cx="5726400" cy="54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D1D1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50175" y="117775"/>
            <a:ext cx="20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Título aquí</a:t>
            </a:r>
            <a:endParaRPr b="1"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/>
          <p:cNvPicPr preferRelativeResize="0"/>
          <p:nvPr/>
        </p:nvPicPr>
        <p:blipFill rotWithShape="1">
          <a:blip r:embed="rId4">
            <a:alphaModFix/>
          </a:blip>
          <a:srcRect b="-41010" l="0" r="50000" t="-14"/>
          <a:stretch/>
        </p:blipFill>
        <p:spPr>
          <a:xfrm>
            <a:off x="232069" y="369321"/>
            <a:ext cx="4339927" cy="1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 title="Ingenia-latam_Logo-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619800" y="117775"/>
            <a:ext cx="206825" cy="20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7326" y="1338282"/>
            <a:ext cx="909348" cy="1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8454425" y="4835700"/>
            <a:ext cx="45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2026</a:t>
            </a:r>
            <a:endParaRPr sz="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232075" y="4835700"/>
            <a:ext cx="10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ingenia latam ©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150175" y="117775"/>
            <a:ext cx="20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Credenciales Ingenia Latam</a:t>
            </a:r>
            <a:endParaRPr b="1"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4" name="Google Shape;124;p19"/>
          <p:cNvSpPr txBox="1"/>
          <p:nvPr>
            <p:ph type="ctrTitle"/>
          </p:nvPr>
        </p:nvSpPr>
        <p:spPr>
          <a:xfrm>
            <a:off x="5493175" y="2480750"/>
            <a:ext cx="3126600" cy="10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xx</a:t>
            </a:r>
            <a:endParaRPr sz="14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xx</a:t>
            </a:r>
            <a:endParaRPr sz="14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xxx</a:t>
            </a:r>
            <a:endParaRPr sz="14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5" name="Google Shape;125;p19"/>
          <p:cNvSpPr txBox="1"/>
          <p:nvPr>
            <p:ph type="ctrTitle"/>
          </p:nvPr>
        </p:nvSpPr>
        <p:spPr>
          <a:xfrm>
            <a:off x="300938" y="1863838"/>
            <a:ext cx="43398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Google Sans"/>
                <a:ea typeface="Google Sans"/>
                <a:cs typeface="Google Sans"/>
                <a:sym typeface="Google Sans"/>
              </a:rPr>
              <a:t>xxxx</a:t>
            </a:r>
            <a:endParaRPr sz="15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7">
            <a:alphaModFix/>
          </a:blip>
          <a:srcRect b="-20" l="50000" r="0" t="30"/>
          <a:stretch/>
        </p:blipFill>
        <p:spPr>
          <a:xfrm>
            <a:off x="4572000" y="369359"/>
            <a:ext cx="4339927" cy="1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>
            <p:ph type="ctrTitle"/>
          </p:nvPr>
        </p:nvSpPr>
        <p:spPr>
          <a:xfrm>
            <a:off x="885175" y="2335325"/>
            <a:ext cx="3461100" cy="15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Google Sans"/>
                <a:ea typeface="Google Sans"/>
                <a:cs typeface="Google Sans"/>
                <a:sym typeface="Google Sans"/>
              </a:rPr>
              <a:t>xx</a:t>
            </a:r>
            <a:endParaRPr sz="1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Google Sans"/>
                <a:ea typeface="Google Sans"/>
                <a:cs typeface="Google Sans"/>
                <a:sym typeface="Google Sans"/>
              </a:rPr>
              <a:t>xxx</a:t>
            </a:r>
            <a:endParaRPr sz="1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Google Sans"/>
                <a:ea typeface="Google Sans"/>
                <a:cs typeface="Google Sans"/>
                <a:sym typeface="Google Sans"/>
              </a:rPr>
              <a:t>xx</a:t>
            </a:r>
            <a:endParaRPr sz="1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Google Sans"/>
                <a:ea typeface="Google Sans"/>
                <a:cs typeface="Google Sans"/>
                <a:sym typeface="Google Sans"/>
              </a:rPr>
              <a:t>xx</a:t>
            </a:r>
            <a:endParaRPr sz="14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8">
            <a:alphaModFix/>
          </a:blip>
          <a:srcRect b="10" l="0" r="49688" t="-10"/>
          <a:stretch/>
        </p:blipFill>
        <p:spPr>
          <a:xfrm>
            <a:off x="4117325" y="1338275"/>
            <a:ext cx="457498" cy="14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9"/>
          <p:cNvGrpSpPr/>
          <p:nvPr/>
        </p:nvGrpSpPr>
        <p:grpSpPr>
          <a:xfrm>
            <a:off x="736975" y="2623723"/>
            <a:ext cx="148200" cy="148200"/>
            <a:chOff x="4145150" y="1792648"/>
            <a:chExt cx="148200" cy="148200"/>
          </a:xfrm>
        </p:grpSpPr>
        <p:sp>
          <p:nvSpPr>
            <p:cNvPr id="130" name="Google Shape;130;p19"/>
            <p:cNvSpPr/>
            <p:nvPr/>
          </p:nvSpPr>
          <p:spPr>
            <a:xfrm>
              <a:off x="4145150" y="1792648"/>
              <a:ext cx="148200" cy="148200"/>
            </a:xfrm>
            <a:prstGeom prst="ellipse">
              <a:avLst/>
            </a:prstGeom>
            <a:noFill/>
            <a:ln cap="flat" cmpd="sng" w="8175">
              <a:solidFill>
                <a:srgbClr val="FF1209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4183550" y="1831049"/>
              <a:ext cx="71400" cy="71400"/>
            </a:xfrm>
            <a:prstGeom prst="ellipse">
              <a:avLst/>
            </a:prstGeom>
            <a:solidFill>
              <a:srgbClr val="FF1209"/>
            </a:solidFill>
            <a:ln>
              <a:noFill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</p:grpSp>
      <p:grpSp>
        <p:nvGrpSpPr>
          <p:cNvPr id="132" name="Google Shape;132;p19"/>
          <p:cNvGrpSpPr/>
          <p:nvPr/>
        </p:nvGrpSpPr>
        <p:grpSpPr>
          <a:xfrm>
            <a:off x="736975" y="2948273"/>
            <a:ext cx="148200" cy="148200"/>
            <a:chOff x="4145150" y="1792648"/>
            <a:chExt cx="148200" cy="148200"/>
          </a:xfrm>
        </p:grpSpPr>
        <p:sp>
          <p:nvSpPr>
            <p:cNvPr id="133" name="Google Shape;133;p19"/>
            <p:cNvSpPr/>
            <p:nvPr/>
          </p:nvSpPr>
          <p:spPr>
            <a:xfrm>
              <a:off x="4145150" y="1792648"/>
              <a:ext cx="148200" cy="148200"/>
            </a:xfrm>
            <a:prstGeom prst="ellipse">
              <a:avLst/>
            </a:prstGeom>
            <a:noFill/>
            <a:ln cap="flat" cmpd="sng" w="8175">
              <a:solidFill>
                <a:srgbClr val="FF1209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4183550" y="1831049"/>
              <a:ext cx="71400" cy="71400"/>
            </a:xfrm>
            <a:prstGeom prst="ellipse">
              <a:avLst/>
            </a:prstGeom>
            <a:solidFill>
              <a:srgbClr val="FF1209"/>
            </a:solidFill>
            <a:ln>
              <a:noFill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736975" y="3272823"/>
            <a:ext cx="148200" cy="148200"/>
            <a:chOff x="4145150" y="1792648"/>
            <a:chExt cx="148200" cy="148200"/>
          </a:xfrm>
        </p:grpSpPr>
        <p:sp>
          <p:nvSpPr>
            <p:cNvPr id="136" name="Google Shape;136;p19"/>
            <p:cNvSpPr/>
            <p:nvPr/>
          </p:nvSpPr>
          <p:spPr>
            <a:xfrm>
              <a:off x="4145150" y="1792648"/>
              <a:ext cx="148200" cy="148200"/>
            </a:xfrm>
            <a:prstGeom prst="ellipse">
              <a:avLst/>
            </a:prstGeom>
            <a:noFill/>
            <a:ln cap="flat" cmpd="sng" w="8175">
              <a:solidFill>
                <a:srgbClr val="FF1209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4183550" y="1831049"/>
              <a:ext cx="71400" cy="71400"/>
            </a:xfrm>
            <a:prstGeom prst="ellipse">
              <a:avLst/>
            </a:prstGeom>
            <a:solidFill>
              <a:srgbClr val="FF1209"/>
            </a:solidFill>
            <a:ln>
              <a:noFill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</p:grpSp>
      <p:grpSp>
        <p:nvGrpSpPr>
          <p:cNvPr id="138" name="Google Shape;138;p19"/>
          <p:cNvGrpSpPr/>
          <p:nvPr/>
        </p:nvGrpSpPr>
        <p:grpSpPr>
          <a:xfrm>
            <a:off x="736975" y="3617561"/>
            <a:ext cx="148200" cy="148200"/>
            <a:chOff x="4145150" y="1792648"/>
            <a:chExt cx="148200" cy="148200"/>
          </a:xfrm>
        </p:grpSpPr>
        <p:sp>
          <p:nvSpPr>
            <p:cNvPr id="139" name="Google Shape;139;p19"/>
            <p:cNvSpPr/>
            <p:nvPr/>
          </p:nvSpPr>
          <p:spPr>
            <a:xfrm>
              <a:off x="4145150" y="1792648"/>
              <a:ext cx="148200" cy="148200"/>
            </a:xfrm>
            <a:prstGeom prst="ellipse">
              <a:avLst/>
            </a:prstGeom>
            <a:noFill/>
            <a:ln cap="flat" cmpd="sng" w="8175">
              <a:solidFill>
                <a:srgbClr val="FF1209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4183550" y="1831049"/>
              <a:ext cx="71400" cy="71400"/>
            </a:xfrm>
            <a:prstGeom prst="ellipse">
              <a:avLst/>
            </a:prstGeom>
            <a:solidFill>
              <a:srgbClr val="FF1209"/>
            </a:solidFill>
            <a:ln>
              <a:noFill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5344975" y="2623723"/>
            <a:ext cx="148200" cy="148200"/>
            <a:chOff x="4145150" y="1792648"/>
            <a:chExt cx="148200" cy="148200"/>
          </a:xfrm>
        </p:grpSpPr>
        <p:sp>
          <p:nvSpPr>
            <p:cNvPr id="142" name="Google Shape;142;p19"/>
            <p:cNvSpPr/>
            <p:nvPr/>
          </p:nvSpPr>
          <p:spPr>
            <a:xfrm>
              <a:off x="4145150" y="1792648"/>
              <a:ext cx="148200" cy="148200"/>
            </a:xfrm>
            <a:prstGeom prst="ellipse">
              <a:avLst/>
            </a:prstGeom>
            <a:noFill/>
            <a:ln cap="flat" cmpd="sng" w="8175">
              <a:solidFill>
                <a:srgbClr val="F2F2F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4183550" y="1831049"/>
              <a:ext cx="71400" cy="71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</p:grpSp>
      <p:grpSp>
        <p:nvGrpSpPr>
          <p:cNvPr id="144" name="Google Shape;144;p19"/>
          <p:cNvGrpSpPr/>
          <p:nvPr/>
        </p:nvGrpSpPr>
        <p:grpSpPr>
          <a:xfrm>
            <a:off x="5344975" y="2929736"/>
            <a:ext cx="148200" cy="148200"/>
            <a:chOff x="4145150" y="1792648"/>
            <a:chExt cx="148200" cy="148200"/>
          </a:xfrm>
        </p:grpSpPr>
        <p:sp>
          <p:nvSpPr>
            <p:cNvPr id="145" name="Google Shape;145;p19"/>
            <p:cNvSpPr/>
            <p:nvPr/>
          </p:nvSpPr>
          <p:spPr>
            <a:xfrm>
              <a:off x="4145150" y="1792648"/>
              <a:ext cx="148200" cy="148200"/>
            </a:xfrm>
            <a:prstGeom prst="ellipse">
              <a:avLst/>
            </a:prstGeom>
            <a:noFill/>
            <a:ln cap="flat" cmpd="sng" w="8175">
              <a:solidFill>
                <a:srgbClr val="F2F2F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4183550" y="1831049"/>
              <a:ext cx="71400" cy="71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5344975" y="3272836"/>
            <a:ext cx="148200" cy="148200"/>
            <a:chOff x="4145150" y="1792648"/>
            <a:chExt cx="148200" cy="148200"/>
          </a:xfrm>
        </p:grpSpPr>
        <p:sp>
          <p:nvSpPr>
            <p:cNvPr id="148" name="Google Shape;148;p19"/>
            <p:cNvSpPr/>
            <p:nvPr/>
          </p:nvSpPr>
          <p:spPr>
            <a:xfrm>
              <a:off x="4145150" y="1792648"/>
              <a:ext cx="148200" cy="148200"/>
            </a:xfrm>
            <a:prstGeom prst="ellipse">
              <a:avLst/>
            </a:prstGeom>
            <a:noFill/>
            <a:ln cap="flat" cmpd="sng" w="8175">
              <a:solidFill>
                <a:srgbClr val="F2F2F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4183550" y="1831049"/>
              <a:ext cx="71400" cy="71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9250" lIns="39250" spcFirstLastPara="1" rIns="39250" wrap="square" tIns="3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1"/>
            </a:p>
          </p:txBody>
        </p:sp>
      </p:grpSp>
      <p:sp>
        <p:nvSpPr>
          <p:cNvPr id="150" name="Google Shape;150;p19"/>
          <p:cNvSpPr txBox="1"/>
          <p:nvPr>
            <p:ph type="ctrTitle"/>
          </p:nvPr>
        </p:nvSpPr>
        <p:spPr>
          <a:xfrm>
            <a:off x="5409519" y="1863850"/>
            <a:ext cx="2088600" cy="3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xxxx</a:t>
            </a:r>
            <a:endParaRPr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300950" y="793200"/>
            <a:ext cx="3263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titular aquí</a:t>
            </a:r>
            <a:endParaRPr b="1" sz="1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0" y="0"/>
            <a:ext cx="2088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63" y="369334"/>
            <a:ext cx="8679875" cy="12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Ingenia-latam_Logo-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619800" y="117775"/>
            <a:ext cx="206825" cy="2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150175" y="117775"/>
            <a:ext cx="20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Título aquí</a:t>
            </a:r>
            <a:endParaRPr b="1"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150175" y="793200"/>
            <a:ext cx="152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Insertar titular aquí</a:t>
            </a:r>
            <a:endParaRPr b="1" sz="1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076" y="1639845"/>
            <a:ext cx="909348" cy="1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527437" y="1329250"/>
            <a:ext cx="76950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>
            <p:ph type="ctrTitle"/>
          </p:nvPr>
        </p:nvSpPr>
        <p:spPr>
          <a:xfrm>
            <a:off x="232075" y="2051875"/>
            <a:ext cx="3783600" cy="14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8454425" y="4835700"/>
            <a:ext cx="45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2026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32075" y="4835700"/>
            <a:ext cx="10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ingenia latam ©</a:t>
            </a:r>
            <a:endParaRPr sz="7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7">
            <a:alphaModFix/>
          </a:blip>
          <a:srcRect b="9066" l="0" r="17410" t="0"/>
          <a:stretch/>
        </p:blipFill>
        <p:spPr>
          <a:xfrm>
            <a:off x="5665725" y="2910650"/>
            <a:ext cx="3478277" cy="223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5076200" y="3933250"/>
            <a:ext cx="394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</a:t>
            </a:r>
            <a:endParaRPr b="1" sz="6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212" y="804646"/>
            <a:ext cx="8558705" cy="297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 title="Ingenia-latam_Logo-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32076" y="657625"/>
            <a:ext cx="216309" cy="216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>
            <a:off x="150175" y="836300"/>
            <a:ext cx="4501200" cy="4098900"/>
          </a:xfrm>
          <a:prstGeom prst="roundRect">
            <a:avLst>
              <a:gd fmla="val 524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4793450" y="836300"/>
            <a:ext cx="1775700" cy="2569500"/>
          </a:xfrm>
          <a:prstGeom prst="roundRect">
            <a:avLst>
              <a:gd fmla="val 524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3028725" y="3552338"/>
            <a:ext cx="1170300" cy="124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150175" y="273700"/>
            <a:ext cx="20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ASSETS DE MARCA</a:t>
            </a:r>
            <a:endParaRPr b="1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562325" y="1031025"/>
            <a:ext cx="11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Logotipo</a:t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83" name="Google Shape;183;p22" title="Ingenia-latam_Logo_IG-FB_ProfilePic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00" y="1627775"/>
            <a:ext cx="1775725" cy="889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 title="Ingenia-latam_Logo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8725" y="1297779"/>
            <a:ext cx="1170300" cy="1172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 title="Ingenia-latam_Logo-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4000" y="2470423"/>
            <a:ext cx="1079753" cy="108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 title="Ingenia-latam_Logo-0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805" y="2517418"/>
            <a:ext cx="1775715" cy="88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title="Ingenia-latam_Logo-0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28725" y="3590765"/>
            <a:ext cx="1170300" cy="11726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/>
          <p:nvPr/>
        </p:nvSpPr>
        <p:spPr>
          <a:xfrm>
            <a:off x="447550" y="3405900"/>
            <a:ext cx="2348400" cy="889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2" title="Ingenia-latam_Logo-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875" y="3405980"/>
            <a:ext cx="1775725" cy="88963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/>
          <p:nvPr/>
        </p:nvSpPr>
        <p:spPr>
          <a:xfrm>
            <a:off x="6713600" y="836300"/>
            <a:ext cx="2348400" cy="2569500"/>
          </a:xfrm>
          <a:prstGeom prst="roundRect">
            <a:avLst>
              <a:gd fmla="val 524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7000837" y="2636320"/>
            <a:ext cx="270300" cy="270300"/>
          </a:xfrm>
          <a:prstGeom prst="ellipse">
            <a:avLst/>
          </a:prstGeom>
          <a:solidFill>
            <a:srgbClr val="FF5800"/>
          </a:solidFill>
          <a:ln>
            <a:noFill/>
          </a:ln>
        </p:spPr>
        <p:txBody>
          <a:bodyPr anchorCtr="0" anchor="ctr" bIns="30325" lIns="30325" spcFirstLastPara="1" rIns="30325" wrap="square" tIns="30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4"/>
          </a:p>
        </p:txBody>
      </p:sp>
      <p:sp>
        <p:nvSpPr>
          <p:cNvPr id="192" name="Google Shape;192;p22"/>
          <p:cNvSpPr/>
          <p:nvPr/>
        </p:nvSpPr>
        <p:spPr>
          <a:xfrm>
            <a:off x="7736286" y="2636320"/>
            <a:ext cx="270300" cy="270300"/>
          </a:xfrm>
          <a:prstGeom prst="ellipse">
            <a:avLst/>
          </a:prstGeom>
          <a:solidFill>
            <a:srgbClr val="FF110A"/>
          </a:solidFill>
          <a:ln>
            <a:noFill/>
          </a:ln>
        </p:spPr>
        <p:txBody>
          <a:bodyPr anchorCtr="0" anchor="ctr" bIns="30325" lIns="30325" spcFirstLastPara="1" rIns="30325" wrap="square" tIns="30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4"/>
          </a:p>
        </p:txBody>
      </p:sp>
      <p:sp>
        <p:nvSpPr>
          <p:cNvPr id="193" name="Google Shape;193;p22"/>
          <p:cNvSpPr/>
          <p:nvPr/>
        </p:nvSpPr>
        <p:spPr>
          <a:xfrm>
            <a:off x="8506214" y="2636320"/>
            <a:ext cx="270300" cy="270300"/>
          </a:xfrm>
          <a:prstGeom prst="ellipse">
            <a:avLst/>
          </a:prstGeom>
          <a:solidFill>
            <a:srgbClr val="FF9400"/>
          </a:solidFill>
          <a:ln>
            <a:noFill/>
          </a:ln>
        </p:spPr>
        <p:txBody>
          <a:bodyPr anchorCtr="0" anchor="ctr" bIns="30325" lIns="30325" spcFirstLastPara="1" rIns="30325" wrap="square" tIns="30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4"/>
          </a:p>
        </p:txBody>
      </p:sp>
      <p:sp>
        <p:nvSpPr>
          <p:cNvPr id="194" name="Google Shape;194;p22"/>
          <p:cNvSpPr/>
          <p:nvPr/>
        </p:nvSpPr>
        <p:spPr>
          <a:xfrm>
            <a:off x="7041059" y="2472534"/>
            <a:ext cx="1660500" cy="91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C560C"/>
              </a:gs>
              <a:gs pos="50000">
                <a:srgbClr val="ED1D12"/>
              </a:gs>
              <a:gs pos="100000">
                <a:srgbClr val="F28E09"/>
              </a:gs>
            </a:gsLst>
            <a:lin ang="0" scaled="0"/>
          </a:gradFill>
          <a:ln>
            <a:noFill/>
          </a:ln>
        </p:spPr>
        <p:txBody>
          <a:bodyPr anchorCtr="0" anchor="ctr" bIns="45775" lIns="45775" spcFirstLastPara="1" rIns="45775" wrap="square" tIns="4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1"/>
          </a:p>
        </p:txBody>
      </p:sp>
      <p:sp>
        <p:nvSpPr>
          <p:cNvPr id="195" name="Google Shape;195;p22"/>
          <p:cNvSpPr/>
          <p:nvPr/>
        </p:nvSpPr>
        <p:spPr>
          <a:xfrm>
            <a:off x="7000822" y="1730750"/>
            <a:ext cx="400200" cy="400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2725" lIns="52725" spcFirstLastPara="1" rIns="52725" wrap="square" tIns="52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7"/>
          </a:p>
        </p:txBody>
      </p:sp>
      <p:sp>
        <p:nvSpPr>
          <p:cNvPr id="196" name="Google Shape;196;p22"/>
          <p:cNvSpPr txBox="1"/>
          <p:nvPr/>
        </p:nvSpPr>
        <p:spPr>
          <a:xfrm>
            <a:off x="6844338" y="1031013"/>
            <a:ext cx="11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Colores</a:t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7553215" y="1730750"/>
            <a:ext cx="400200" cy="4002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52725" lIns="52725" spcFirstLastPara="1" rIns="52725" wrap="square" tIns="52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7"/>
          </a:p>
        </p:txBody>
      </p:sp>
      <p:pic>
        <p:nvPicPr>
          <p:cNvPr id="198" name="Google Shape;198;p22" title="Ingenia-latam_Logo-0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58147" y="1431237"/>
            <a:ext cx="848674" cy="84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title="Ingenia-latam_Logo-04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58147" y="2361059"/>
            <a:ext cx="848674" cy="848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4936525" y="1031013"/>
            <a:ext cx="11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Isotipo</a:t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4793450" y="3552350"/>
            <a:ext cx="4268700" cy="1382700"/>
          </a:xfrm>
          <a:prstGeom prst="roundRect">
            <a:avLst>
              <a:gd fmla="val 524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35812" y="3939441"/>
            <a:ext cx="608527" cy="608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 rotWithShape="1">
          <a:blip r:embed="rId12">
            <a:alphaModFix/>
          </a:blip>
          <a:srcRect b="0" l="37414" r="0" t="0"/>
          <a:stretch/>
        </p:blipFill>
        <p:spPr>
          <a:xfrm>
            <a:off x="4899388" y="4763400"/>
            <a:ext cx="4056827" cy="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67001" y="4039477"/>
            <a:ext cx="909353" cy="1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67001" y="4399670"/>
            <a:ext cx="909348" cy="1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25315" y="3798800"/>
            <a:ext cx="1524972" cy="88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